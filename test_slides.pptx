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AE8F-755A-0AE1-D9F0-BDD44AAB6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54562-6CEC-1B16-23AA-258AD183A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26041-1BC7-D328-A444-06A575764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9DF3-A872-FD01-E4BD-327F4706F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7CAEA-8CEA-2CAE-1B06-0F2A75D4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4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5BC16-5BD2-6BEE-A955-BFD2B4CBB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381C-56B0-1857-8EDC-9C9BC8310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65972-EEDD-B320-4D6C-5F97DA8A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FAB99-4B37-2D52-F8AA-E6DCC4E43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265E4-7F97-D4C4-3623-22C91A14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29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58BE-71FA-AB43-3913-5953CB4AE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4AFC0-176A-F60D-9ADF-BE98DE622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AEDC6-AE14-6593-FFE2-893A9A78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F4232-D6FE-EA68-A000-656ECCF26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D4BFE-8808-EA9C-44C0-D9A65EB8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93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1733-4178-9C32-5666-3E532186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870E0-0467-A1C0-757E-5398C88D6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8A6CE-DA5B-5A89-8E59-622389D32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1B31B-00D7-96B0-A50F-5302037F0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80C2E-4B56-1D12-609B-59CD8218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AF0CA-F59A-C752-0DEE-05B8B2A4A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31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E693-699D-4577-10E8-DC38F0489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85359-3C17-605C-94A0-DB03157D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2A5E2-4CA4-F401-28F1-D71E1603D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E7C1B9-82C3-C6E0-E2CC-DE29FE0971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3618E-F0FB-1C6E-FFA8-08B10CBA06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592F8-EEF9-C0CD-A33E-540EA744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27F4DC-6958-3A8A-B8C8-7E6DEB594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7C90E4-5E14-4160-8DBC-6D8CCA574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15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1308-B960-A0C0-2DBF-2EDD0AF0C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DD86CA-7E41-FA80-5BA7-6829F8C3C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B3D46-4EBC-1A7D-6296-716C1902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6B6DF3-8A47-2D29-CA5A-8623F2E2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53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5CA491-DB46-260B-4490-43CB2FA5E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D5346D-C94E-2AE5-2BAB-D8A4119CC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C5D83-AAFF-8450-5638-4C8270422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497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1237-DF1C-887C-7C20-A95D8B04F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5A299-C8C7-1F48-6F7B-2A2632307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11566-425F-AA16-7AB3-411413A4D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24979-30C7-F713-D5F0-D1DAC31F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2817B-25DF-3100-0900-26768522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1B2FA-0473-06C1-6749-E92A4C6B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96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3DD23-E3B2-5D9D-DBB6-05EE5651E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3E210-C467-43C9-A0C2-D5339441418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D0ED0A-F26D-665A-0E5E-46999F37D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0B42C-74A3-0D5D-56D1-19ADEEB2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C6061-B838-05F9-E22E-FF4D2E44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6ED29-AEF2-B08F-3080-55E91F88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22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39790-A543-3084-5CDB-B130E6F1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44B96-C0C1-E991-441E-9978D0EE0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672C-9753-52E1-CC62-5660454B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3780A-FE28-37E5-1E6C-1F1C4085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2E14E-F828-E0D6-90D7-C8FD66992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3F008E-DA9D-2379-20CC-F5FDCC455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351D1-0CD3-DA2F-A31E-621BAE03E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CF4A9-1544-409A-BBF0-51A72CCE0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D6032-F599-7BDA-74E7-EF26ADFA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80F04-4DA4-6C7F-6C18-BC0432F72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4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222A4-33C2-1881-A6A3-72BE151F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8226C-434D-9CCC-58C6-7132A6386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A0382-2825-060A-7533-550F02994C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4049E-751A-4CD8-ACD7-FEB3F5C7CE20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37BE6-5833-C562-4A96-E5F21FDB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245B7-6984-B670-641C-CC8E979A1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0AED7-5275-49C8-9A2A-8B1F7C26D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91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44A3-63FE-8551-7AD7-F47446DFE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Universal Converter Test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2FD90-54BD-A2C9-47ED-805E2BC746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Testing PPTX to PDF conversion!</a:t>
            </a:r>
          </a:p>
        </p:txBody>
      </p:sp>
    </p:spTree>
    <p:extLst>
      <p:ext uri="{BB962C8B-B14F-4D97-AF65-F5344CB8AC3E}">
        <p14:creationId xmlns:p14="http://schemas.microsoft.com/office/powerpoint/2010/main" val="3494387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Universal Converter Test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Maitreya Jana</dc:creator>
  <cp:lastModifiedBy>Maitreya Jana</cp:lastModifiedBy>
  <cp:revision>1</cp:revision>
  <dcterms:created xsi:type="dcterms:W3CDTF">2026-10-19T18:33:22Z</dcterms:created>
  <dcterms:modified xsi:type="dcterms:W3CDTF">2026-10-19T18:33:22Z</dcterms:modified>
</cp:coreProperties>
</file>